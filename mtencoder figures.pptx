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A4FB81-3EAD-481F-9028-493B746D1678}" v="19" dt="2025-09-25T02:07:43.9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#LOW KAI YUAN ANDRE#" userId="21debd0c-cf2b-4622-b54a-918816f10f4f" providerId="ADAL" clId="{45A4FB81-3EAD-481F-9028-493B746D1678}"/>
    <pc:docChg chg="delSld modSld">
      <pc:chgData name="#LOW KAI YUAN ANDRE#" userId="21debd0c-cf2b-4622-b54a-918816f10f4f" providerId="ADAL" clId="{45A4FB81-3EAD-481F-9028-493B746D1678}" dt="2025-09-25T02:07:50.551" v="26" actId="1076"/>
      <pc:docMkLst>
        <pc:docMk/>
      </pc:docMkLst>
      <pc:sldChg chg="addSp delSp modSp mod">
        <pc:chgData name="#LOW KAI YUAN ANDRE#" userId="21debd0c-cf2b-4622-b54a-918816f10f4f" providerId="ADAL" clId="{45A4FB81-3EAD-481F-9028-493B746D1678}" dt="2025-09-25T02:07:50.551" v="26" actId="1076"/>
        <pc:sldMkLst>
          <pc:docMk/>
          <pc:sldMk cId="784306332" sldId="258"/>
        </pc:sldMkLst>
        <pc:spChg chg="mod">
          <ac:chgData name="#LOW KAI YUAN ANDRE#" userId="21debd0c-cf2b-4622-b54a-918816f10f4f" providerId="ADAL" clId="{45A4FB81-3EAD-481F-9028-493B746D1678}" dt="2025-09-25T02:07:50.551" v="26" actId="1076"/>
          <ac:spMkLst>
            <pc:docMk/>
            <pc:sldMk cId="784306332" sldId="258"/>
            <ac:spMk id="46" creationId="{CAC16899-C8AC-352F-AE12-04914D95821F}"/>
          </ac:spMkLst>
        </pc:spChg>
        <pc:spChg chg="mod">
          <ac:chgData name="#LOW KAI YUAN ANDRE#" userId="21debd0c-cf2b-4622-b54a-918816f10f4f" providerId="ADAL" clId="{45A4FB81-3EAD-481F-9028-493B746D1678}" dt="2025-09-25T02:07:48.748" v="25" actId="1076"/>
          <ac:spMkLst>
            <pc:docMk/>
            <pc:sldMk cId="784306332" sldId="258"/>
            <ac:spMk id="47" creationId="{CA5E5A87-AD02-9193-72A3-0F6E8E241DB6}"/>
          </ac:spMkLst>
        </pc:spChg>
        <pc:grpChg chg="mod">
          <ac:chgData name="#LOW KAI YUAN ANDRE#" userId="21debd0c-cf2b-4622-b54a-918816f10f4f" providerId="ADAL" clId="{45A4FB81-3EAD-481F-9028-493B746D1678}" dt="2025-09-25T02:07:16.870" v="14" actId="1076"/>
          <ac:grpSpMkLst>
            <pc:docMk/>
            <pc:sldMk cId="784306332" sldId="258"/>
            <ac:grpSpMk id="26" creationId="{B955BE2A-A582-575A-1443-D38A6CF0EAFE}"/>
          </ac:grpSpMkLst>
        </pc:grpChg>
        <pc:picChg chg="mod">
          <ac:chgData name="#LOW KAI YUAN ANDRE#" userId="21debd0c-cf2b-4622-b54a-918816f10f4f" providerId="ADAL" clId="{45A4FB81-3EAD-481F-9028-493B746D1678}" dt="2025-09-25T02:07:46.546" v="24" actId="1076"/>
          <ac:picMkLst>
            <pc:docMk/>
            <pc:sldMk cId="784306332" sldId="258"/>
            <ac:picMk id="51" creationId="{984EFC18-957B-6998-736A-6AE1DEC2C993}"/>
          </ac:picMkLst>
        </pc:picChg>
        <pc:picChg chg="add mod">
          <ac:chgData name="#LOW KAI YUAN ANDRE#" userId="21debd0c-cf2b-4622-b54a-918816f10f4f" providerId="ADAL" clId="{45A4FB81-3EAD-481F-9028-493B746D1678}" dt="2025-09-25T02:07:37.767" v="20" actId="1076"/>
          <ac:picMkLst>
            <pc:docMk/>
            <pc:sldMk cId="784306332" sldId="258"/>
            <ac:picMk id="1026" creationId="{C48A5484-6997-5FC7-FA27-5CE34E28CEB1}"/>
          </ac:picMkLst>
        </pc:picChg>
        <pc:picChg chg="mod">
          <ac:chgData name="#LOW KAI YUAN ANDRE#" userId="21debd0c-cf2b-4622-b54a-918816f10f4f" providerId="ADAL" clId="{45A4FB81-3EAD-481F-9028-493B746D1678}" dt="2025-09-25T02:07:43.899" v="23" actId="1076"/>
          <ac:picMkLst>
            <pc:docMk/>
            <pc:sldMk cId="784306332" sldId="258"/>
            <ac:picMk id="1036" creationId="{73D8C84B-3CE7-0CEE-5357-4E69D3096EF9}"/>
          </ac:picMkLst>
        </pc:picChg>
        <pc:picChg chg="del">
          <ac:chgData name="#LOW KAI YUAN ANDRE#" userId="21debd0c-cf2b-4622-b54a-918816f10f4f" providerId="ADAL" clId="{45A4FB81-3EAD-481F-9028-493B746D1678}" dt="2025-09-25T02:05:38.293" v="1" actId="478"/>
          <ac:picMkLst>
            <pc:docMk/>
            <pc:sldMk cId="784306332" sldId="258"/>
            <ac:picMk id="1040" creationId="{1AF71177-4AF4-BED3-A854-0C2EACC12434}"/>
          </ac:picMkLst>
        </pc:picChg>
      </pc:sldChg>
      <pc:sldChg chg="del">
        <pc:chgData name="#LOW KAI YUAN ANDRE#" userId="21debd0c-cf2b-4622-b54a-918816f10f4f" providerId="ADAL" clId="{45A4FB81-3EAD-481F-9028-493B746D1678}" dt="2025-09-25T02:05:34.047" v="0" actId="2696"/>
        <pc:sldMkLst>
          <pc:docMk/>
          <pc:sldMk cId="3666229840" sldId="25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E3255-C3D2-4475-B85B-457176E38ED2}" type="datetimeFigureOut">
              <a:rPr lang="en-SG" smtClean="0"/>
              <a:t>25/9/2025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2D80D-6F7C-4C66-ADEA-CB2C988DE14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40130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D80D-6F7C-4C66-ADEA-CB2C988DE140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27427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E012D-5FED-60B6-D2B8-36572048F5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909577-6587-B571-69F1-7CA2D7FDAD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6A619-BBCB-F309-20F8-8C8F2B22D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8984E-F47A-42C1-9795-813D172603EC}" type="datetimeFigureOut">
              <a:rPr lang="en-SG" smtClean="0"/>
              <a:t>25/9/2025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96458-52E5-59E9-939D-EE5D574D3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2B833-116F-E2B7-3437-4BAE53725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7B56A-E643-4458-9A73-C8E0CB6EC68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31589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C2146-58AC-AC10-6334-A15F97993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DD631-7F80-CFFE-D0CA-354DF2304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A8697-CF92-93F4-1596-25CC0BD02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8984E-F47A-42C1-9795-813D172603EC}" type="datetimeFigureOut">
              <a:rPr lang="en-SG" smtClean="0"/>
              <a:t>25/9/2025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6FDE3-6A1E-7F41-09DF-342AE1FF5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4535E-4B8C-22B8-D267-12CFE42C4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7B56A-E643-4458-9A73-C8E0CB6EC68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43555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DB5D4-5B4D-1113-66AC-0DB5A70B2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136CD0-F7F9-2462-B381-94EDC7006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06FA5-B8D9-9A2B-4192-29AC29AAC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8984E-F47A-42C1-9795-813D172603EC}" type="datetimeFigureOut">
              <a:rPr lang="en-SG" smtClean="0"/>
              <a:t>25/9/2025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0A1D1-269E-6AD3-3FFD-EA22F7C02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AC51A-BBFA-AE02-1CF1-13FB86BDC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7B56A-E643-4458-9A73-C8E0CB6EC68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8325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B95F0-7946-B225-12CE-89BB39FC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21A02-B8EA-838A-BA16-563C1348B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E8ACB8-A362-8449-6AE5-EA7D265776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D9F19-3858-46A9-832D-143B05A04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8984E-F47A-42C1-9795-813D172603EC}" type="datetimeFigureOut">
              <a:rPr lang="en-SG" smtClean="0"/>
              <a:t>25/9/2025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32C7C-38F8-6C17-DCBA-535F10467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D340E-6A19-68A4-BF9B-F4E1B0CC4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7B56A-E643-4458-9A73-C8E0CB6EC68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8054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E114A-F47C-D724-078D-07C375C85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05C49-0E2C-EA3E-4780-B851EDAD7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0071A5-35C5-58AF-18A0-E56FC5CAB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E0A0BF-B92B-714C-6FFB-852800312C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533185-44E1-0C9F-E0B8-E78A69E9B0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CB7A95-2BDE-C9B0-2027-361059C11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8984E-F47A-42C1-9795-813D172603EC}" type="datetimeFigureOut">
              <a:rPr lang="en-SG" smtClean="0"/>
              <a:t>25/9/2025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342D58-587B-AEF0-A43D-AC31354A7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66710B-4592-7815-7E0D-ECE5140BA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7B56A-E643-4458-9A73-C8E0CB6EC68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95193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715EB-4512-4B1C-BEBA-9BE400A25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234112-254F-EA7C-9FE7-C6BE020E9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8984E-F47A-42C1-9795-813D172603EC}" type="datetimeFigureOut">
              <a:rPr lang="en-SG" smtClean="0"/>
              <a:t>25/9/2025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8E3AEA-15E1-16E6-1BF4-AF16EE3B7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C643B2-E728-E8E2-F84B-6C8B2E58E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7B56A-E643-4458-9A73-C8E0CB6EC68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93955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34EA2C-F2CE-C607-3E18-8C90C4CC9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8984E-F47A-42C1-9795-813D172603EC}" type="datetimeFigureOut">
              <a:rPr lang="en-SG" smtClean="0"/>
              <a:t>25/9/2025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FC8D8B-8716-C6B1-14C9-DDBFB98A6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406B76-F637-1450-71C9-DDFF9B585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7B56A-E643-4458-9A73-C8E0CB6EC68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66252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16420-8D5D-D9E3-48D8-B27B036E8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A35BB-213C-9F47-2B80-1C26D2923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F3E29E-7D68-4263-31D4-632C52DA99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06DD82-73F0-EA11-2D13-520D4B44D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8984E-F47A-42C1-9795-813D172603EC}" type="datetimeFigureOut">
              <a:rPr lang="en-SG" smtClean="0"/>
              <a:t>25/9/2025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6E21F0-523E-4E00-63CC-99D683814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228D7C-A0C1-81B2-384B-EDC30450F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7B56A-E643-4458-9A73-C8E0CB6EC68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22969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E4ED1-BC76-F65D-F41A-BFFA94F2E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E65A2A-91AA-6DAF-FD38-626460AC4D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7D247D-2FD4-86BA-CE3D-CF1DA7BEF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3C674D-BF9F-B04F-F69B-05FEE7ACF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8984E-F47A-42C1-9795-813D172603EC}" type="datetimeFigureOut">
              <a:rPr lang="en-SG" smtClean="0"/>
              <a:t>25/9/2025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D727F1-EE56-97F9-451D-4EDC26A9B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56453F-BB69-8DB8-6B76-8786B5CCB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7B56A-E643-4458-9A73-C8E0CB6EC68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57350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57962-D227-CC8B-D672-13E782D0B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A5E0DE-888F-694B-D002-24473A4F6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7C26A-0865-64FB-0B13-6788433BD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8984E-F47A-42C1-9795-813D172603EC}" type="datetimeFigureOut">
              <a:rPr lang="en-SG" smtClean="0"/>
              <a:t>25/9/2025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9464E-928D-D0B3-F910-57A473B98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FA150-9BD2-923E-50F8-8917E045B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7B56A-E643-4458-9A73-C8E0CB6EC68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85098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3C9703-BE4D-5294-C5A7-83C251191B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C4900B-F912-A947-F24D-C558C521F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B8B6E0-3D3C-137D-87E0-93457386E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8984E-F47A-42C1-9795-813D172603EC}" type="datetimeFigureOut">
              <a:rPr lang="en-SG" smtClean="0"/>
              <a:t>25/9/2025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7F11D-12B2-E3F2-8C38-A5C799D5F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1E1CF-10A4-C5FC-4153-A1A349186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7B56A-E643-4458-9A73-C8E0CB6EC68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87678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9AC8EF-BA04-B7C6-2AA3-51079595D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1F9423-947A-AE8C-8B85-6D8584101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08044-7413-1E98-7C06-E090054E02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58984E-F47A-42C1-9795-813D172603EC}" type="datetimeFigureOut">
              <a:rPr lang="en-SG" smtClean="0"/>
              <a:t>25/9/2025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16102-58BF-E344-6499-A4E95CFA72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5964F-7234-E072-E29C-9B5C185BCA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57B56A-E643-4458-9A73-C8E0CB6EC68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06936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A169FDF-A59D-0B4C-3433-D422C64A3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07" y="0"/>
            <a:ext cx="3637256" cy="3289345"/>
          </a:xfrm>
          <a:prstGeom prst="rect">
            <a:avLst/>
          </a:prstGeom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73D8C84B-3CE7-0CEE-5357-4E69D309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3119" y="149869"/>
            <a:ext cx="3247281" cy="3289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B955BE2A-A582-575A-1443-D38A6CF0EAFE}"/>
              </a:ext>
            </a:extLst>
          </p:cNvPr>
          <p:cNvGrpSpPr/>
          <p:nvPr/>
        </p:nvGrpSpPr>
        <p:grpSpPr>
          <a:xfrm>
            <a:off x="127852" y="3594539"/>
            <a:ext cx="5173708" cy="2957941"/>
            <a:chOff x="1574824" y="3834165"/>
            <a:chExt cx="5288963" cy="3023835"/>
          </a:xfrm>
        </p:grpSpPr>
        <p:pic>
          <p:nvPicPr>
            <p:cNvPr id="14" name="Picture 13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2BEED552-093C-F5C6-D3CB-0B2A47889E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74824" y="3834165"/>
              <a:ext cx="5288963" cy="3023835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1E070E2-AC82-073F-F3AA-5F41A8057EE5}"/>
                </a:ext>
              </a:extLst>
            </p:cNvPr>
            <p:cNvSpPr/>
            <p:nvPr/>
          </p:nvSpPr>
          <p:spPr>
            <a:xfrm>
              <a:off x="1877694" y="4572635"/>
              <a:ext cx="240665" cy="2565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F4AA98-4229-D76B-4DE6-C8537AFD6ADB}"/>
                </a:ext>
              </a:extLst>
            </p:cNvPr>
            <p:cNvSpPr/>
            <p:nvPr/>
          </p:nvSpPr>
          <p:spPr>
            <a:xfrm>
              <a:off x="2146299" y="5138420"/>
              <a:ext cx="1044576" cy="2565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7B2E694-E05E-2E1C-93F3-73B5BA4383CB}"/>
                </a:ext>
              </a:extLst>
            </p:cNvPr>
            <p:cNvSpPr/>
            <p:nvPr/>
          </p:nvSpPr>
          <p:spPr>
            <a:xfrm>
              <a:off x="2411094" y="4857115"/>
              <a:ext cx="2378076" cy="2565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0F5134A-CAAC-971D-0BB6-1D78388726A1}"/>
                </a:ext>
              </a:extLst>
            </p:cNvPr>
            <p:cNvSpPr/>
            <p:nvPr/>
          </p:nvSpPr>
          <p:spPr>
            <a:xfrm>
              <a:off x="2411094" y="5419725"/>
              <a:ext cx="240665" cy="2565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833A066-1722-E3BF-7DD1-A73263B1D54D}"/>
                </a:ext>
              </a:extLst>
            </p:cNvPr>
            <p:cNvSpPr/>
            <p:nvPr/>
          </p:nvSpPr>
          <p:spPr>
            <a:xfrm>
              <a:off x="4280534" y="6278880"/>
              <a:ext cx="240665" cy="2565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D0ED4AB-A62A-332D-4215-65EDECAE044E}"/>
                </a:ext>
              </a:extLst>
            </p:cNvPr>
            <p:cNvSpPr/>
            <p:nvPr/>
          </p:nvSpPr>
          <p:spPr>
            <a:xfrm>
              <a:off x="4277944" y="5138420"/>
              <a:ext cx="511226" cy="2565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3DEC607-D382-E056-4788-BEF31719AF33}"/>
                </a:ext>
              </a:extLst>
            </p:cNvPr>
            <p:cNvSpPr/>
            <p:nvPr/>
          </p:nvSpPr>
          <p:spPr>
            <a:xfrm>
              <a:off x="4815154" y="4572635"/>
              <a:ext cx="511226" cy="2565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DF418E0-CF9A-CECB-D358-89F529F15F0E}"/>
                </a:ext>
              </a:extLst>
            </p:cNvPr>
            <p:cNvSpPr/>
            <p:nvPr/>
          </p:nvSpPr>
          <p:spPr>
            <a:xfrm>
              <a:off x="5079949" y="5138420"/>
              <a:ext cx="511226" cy="2565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79EEDE5-EB76-AC2E-6F04-F1D5E08A4C42}"/>
                </a:ext>
              </a:extLst>
            </p:cNvPr>
            <p:cNvSpPr/>
            <p:nvPr/>
          </p:nvSpPr>
          <p:spPr>
            <a:xfrm>
              <a:off x="5887720" y="6278880"/>
              <a:ext cx="240665" cy="2565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FCA571D-4341-1BFF-8B76-5404EC5F5DFC}"/>
                </a:ext>
              </a:extLst>
            </p:cNvPr>
            <p:cNvSpPr/>
            <p:nvPr/>
          </p:nvSpPr>
          <p:spPr>
            <a:xfrm>
              <a:off x="5350510" y="5419725"/>
              <a:ext cx="240665" cy="2565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CAC16899-C8AC-352F-AE12-04914D95821F}"/>
              </a:ext>
            </a:extLst>
          </p:cNvPr>
          <p:cNvSpPr txBox="1"/>
          <p:nvPr/>
        </p:nvSpPr>
        <p:spPr>
          <a:xfrm>
            <a:off x="7377805" y="4901690"/>
            <a:ext cx="1874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</a:t>
            </a:r>
            <a:r>
              <a:rPr lang="en-SG" b="1" baseline="-250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1-xyz</a:t>
            </a:r>
            <a:r>
              <a:rPr lang="en-SG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SG" b="1" baseline="-250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SG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SG" b="1" baseline="-250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SG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SG" b="1" baseline="-250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SG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A5E5A87-AD02-9193-72A3-0F6E8E241DB6}"/>
              </a:ext>
            </a:extLst>
          </p:cNvPr>
          <p:cNvSpPr txBox="1"/>
          <p:nvPr/>
        </p:nvSpPr>
        <p:spPr>
          <a:xfrm>
            <a:off x="8804823" y="5544536"/>
            <a:ext cx="164077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</a:t>
            </a:r>
            <a:r>
              <a:rPr lang="en-SG" sz="1200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  <a:r>
              <a:rPr lang="en-SG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</a:t>
            </a:r>
            <a:r>
              <a:rPr lang="en-SG" sz="1200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0.1</a:t>
            </a:r>
            <a:r>
              <a:rPr lang="en-SG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Sb</a:t>
            </a:r>
            <a:r>
              <a:rPr lang="en-SG" sz="1200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0.3</a:t>
            </a:r>
            <a:r>
              <a:rPr lang="en-SG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n-SG" sz="1200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0.1</a:t>
            </a:r>
            <a:r>
              <a:rPr lang="en-SG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</a:t>
            </a:r>
          </a:p>
          <a:p>
            <a:r>
              <a:rPr lang="en-SG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</a:t>
            </a:r>
            <a:r>
              <a:rPr lang="en-SG" sz="1200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  <a:r>
              <a:rPr lang="en-SG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</a:t>
            </a:r>
            <a:r>
              <a:rPr lang="en-SG" sz="1200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0.3</a:t>
            </a:r>
            <a:r>
              <a:rPr lang="en-SG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Sb</a:t>
            </a:r>
            <a:r>
              <a:rPr lang="en-SG" sz="1200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0.1</a:t>
            </a:r>
            <a:r>
              <a:rPr lang="en-SG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n-SG" sz="1200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0.1</a:t>
            </a:r>
            <a:r>
              <a:rPr lang="en-SG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</a:t>
            </a:r>
          </a:p>
          <a:p>
            <a:r>
              <a:rPr lang="en-SG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</a:t>
            </a:r>
            <a:r>
              <a:rPr lang="en-SG" sz="1200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  <a:r>
              <a:rPr lang="en-SG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</a:t>
            </a:r>
            <a:r>
              <a:rPr lang="en-SG" sz="1200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0.1</a:t>
            </a:r>
            <a:r>
              <a:rPr lang="en-SG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</a:t>
            </a:r>
            <a:r>
              <a:rPr lang="en-SG" sz="1200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0.1</a:t>
            </a:r>
            <a:r>
              <a:rPr lang="en-SG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Sb</a:t>
            </a:r>
            <a:r>
              <a:rPr lang="en-SG" sz="1200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0.3</a:t>
            </a:r>
            <a:r>
              <a:rPr lang="en-SG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</a:t>
            </a:r>
          </a:p>
          <a:p>
            <a:r>
              <a:rPr lang="en-SG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</a:t>
            </a:r>
            <a:r>
              <a:rPr lang="en-SG" sz="1200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  <a:r>
              <a:rPr lang="en-SG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Sb</a:t>
            </a:r>
            <a:r>
              <a:rPr lang="en-SG" sz="1200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0.3</a:t>
            </a:r>
            <a:r>
              <a:rPr lang="en-SG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n-SG" sz="1200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0.1</a:t>
            </a:r>
            <a:r>
              <a:rPr lang="en-SG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SG" sz="1200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0.1</a:t>
            </a:r>
            <a:r>
              <a:rPr lang="en-SG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</a:t>
            </a:r>
          </a:p>
          <a:p>
            <a:r>
              <a:rPr lang="en-SG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</a:t>
            </a:r>
            <a:r>
              <a:rPr lang="en-SG" sz="1200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  <a:r>
              <a:rPr lang="en-SG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</a:t>
            </a:r>
            <a:r>
              <a:rPr lang="en-SG" sz="1200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0.1</a:t>
            </a:r>
            <a:r>
              <a:rPr lang="en-SG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Sb</a:t>
            </a:r>
            <a:r>
              <a:rPr lang="en-SG" sz="1200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0.3</a:t>
            </a:r>
            <a:r>
              <a:rPr lang="en-SG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n-SG" sz="1200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0.1</a:t>
            </a:r>
            <a:r>
              <a:rPr lang="en-SG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984EFC18-957B-6998-736A-6AE1DEC2C9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0876" y="4523228"/>
            <a:ext cx="2049661" cy="2042617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48A5484-6997-5FC7-FA27-5CE34E28CE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0869" y="93330"/>
            <a:ext cx="4318661" cy="4329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4306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436D09C9-38AA-AA4F-B731-D65EA55343FE}"/>
              </a:ext>
            </a:extLst>
          </p:cNvPr>
          <p:cNvSpPr/>
          <p:nvPr/>
        </p:nvSpPr>
        <p:spPr>
          <a:xfrm>
            <a:off x="8846513" y="2416079"/>
            <a:ext cx="1324233" cy="2104174"/>
          </a:xfrm>
          <a:prstGeom prst="rect">
            <a:avLst/>
          </a:prstGeom>
          <a:solidFill>
            <a:srgbClr val="0070C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60FB1309-7D62-4DA7-1B73-5D29658B3B12}"/>
              </a:ext>
            </a:extLst>
          </p:cNvPr>
          <p:cNvSpPr/>
          <p:nvPr/>
        </p:nvSpPr>
        <p:spPr>
          <a:xfrm>
            <a:off x="870739" y="5002310"/>
            <a:ext cx="498148" cy="269613"/>
          </a:xfrm>
          <a:prstGeom prst="round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050" b="1" dirty="0"/>
              <a:t>CPD</a:t>
            </a:r>
            <a:endParaRPr lang="en-DE" b="1" dirty="0"/>
          </a:p>
        </p:txBody>
      </p:sp>
      <p:sp>
        <p:nvSpPr>
          <p:cNvPr id="5" name="Rounded Rectangle 11">
            <a:extLst>
              <a:ext uri="{FF2B5EF4-FFF2-40B4-BE49-F238E27FC236}">
                <a16:creationId xmlns:a16="http://schemas.microsoft.com/office/drawing/2014/main" id="{8043EC65-53A7-C14C-1B64-3AB149E68FE9}"/>
              </a:ext>
            </a:extLst>
          </p:cNvPr>
          <p:cNvSpPr/>
          <p:nvPr/>
        </p:nvSpPr>
        <p:spPr>
          <a:xfrm>
            <a:off x="749448" y="3799641"/>
            <a:ext cx="2778659" cy="832429"/>
          </a:xfrm>
          <a:prstGeom prst="roundRect">
            <a:avLst/>
          </a:prstGeom>
          <a:solidFill>
            <a:srgbClr val="4472C4">
              <a:alpha val="38046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MTEncoder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6A65B2-C93A-3F00-154C-D13C12ADDED3}"/>
              </a:ext>
            </a:extLst>
          </p:cNvPr>
          <p:cNvSpPr txBox="1"/>
          <p:nvPr/>
        </p:nvSpPr>
        <p:spPr>
          <a:xfrm>
            <a:off x="1648304" y="4936596"/>
            <a:ext cx="498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GB" sz="1800" dirty="0">
                <a:solidFill>
                  <a:prstClr val="black"/>
                </a:solidFill>
                <a:latin typeface="Calibri" panose="020F0502020204030204"/>
              </a:rPr>
              <a:t>Na </a:t>
            </a:r>
            <a:r>
              <a:rPr lang="en-DE" sz="1800" dirty="0">
                <a:solidFill>
                  <a:prstClr val="black"/>
                </a:solidFill>
                <a:latin typeface="Calibri" panose="020F0502020204030204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FF7A77-7825-1D6C-6E89-923D241CBD4A}"/>
              </a:ext>
            </a:extLst>
          </p:cNvPr>
          <p:cNvSpPr txBox="1"/>
          <p:nvPr/>
        </p:nvSpPr>
        <p:spPr>
          <a:xfrm>
            <a:off x="3078598" y="4929069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de-DE" sz="1800" dirty="0">
                <a:solidFill>
                  <a:prstClr val="black"/>
                </a:solidFill>
                <a:latin typeface="Calibri" panose="020F0502020204030204"/>
              </a:rPr>
              <a:t>O </a:t>
            </a:r>
            <a:endParaRPr lang="en-DE" sz="180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7ECAE8F-E8B0-A28F-E71F-4C7C1215CFB6}"/>
              </a:ext>
            </a:extLst>
          </p:cNvPr>
          <p:cNvCxnSpPr>
            <a:cxnSpLocks/>
          </p:cNvCxnSpPr>
          <p:nvPr/>
        </p:nvCxnSpPr>
        <p:spPr>
          <a:xfrm flipV="1">
            <a:off x="1919077" y="4725180"/>
            <a:ext cx="0" cy="14064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C7B3B4E-CAB4-DF19-C2EF-390E0874920F}"/>
              </a:ext>
            </a:extLst>
          </p:cNvPr>
          <p:cNvCxnSpPr>
            <a:cxnSpLocks/>
          </p:cNvCxnSpPr>
          <p:nvPr/>
        </p:nvCxnSpPr>
        <p:spPr>
          <a:xfrm flipV="1">
            <a:off x="1161747" y="4716590"/>
            <a:ext cx="0" cy="14064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80418DD-8AF6-2B9F-ABFE-A5049C2B0BCC}"/>
              </a:ext>
            </a:extLst>
          </p:cNvPr>
          <p:cNvSpPr txBox="1"/>
          <p:nvPr/>
        </p:nvSpPr>
        <p:spPr>
          <a:xfrm>
            <a:off x="2388140" y="4936596"/>
            <a:ext cx="449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GB" sz="1800" dirty="0">
                <a:solidFill>
                  <a:prstClr val="black"/>
                </a:solidFill>
                <a:latin typeface="Calibri" panose="020F0502020204030204"/>
              </a:rPr>
              <a:t>Fe </a:t>
            </a:r>
            <a:r>
              <a:rPr lang="en-DE" sz="1800" dirty="0">
                <a:solidFill>
                  <a:prstClr val="black"/>
                </a:solidFill>
                <a:latin typeface="Calibri" panose="020F0502020204030204"/>
              </a:rPr>
              <a:t>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98E765B-8EDC-9850-0B50-7A6AD41E8431}"/>
              </a:ext>
            </a:extLst>
          </p:cNvPr>
          <p:cNvCxnSpPr>
            <a:cxnSpLocks/>
          </p:cNvCxnSpPr>
          <p:nvPr/>
        </p:nvCxnSpPr>
        <p:spPr>
          <a:xfrm flipV="1">
            <a:off x="2612826" y="4714906"/>
            <a:ext cx="0" cy="14064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20">
                <a:extLst>
                  <a:ext uri="{FF2B5EF4-FFF2-40B4-BE49-F238E27FC236}">
                    <a16:creationId xmlns:a16="http://schemas.microsoft.com/office/drawing/2014/main" id="{E816D888-BCC9-D711-7A6B-BB03544AC10A}"/>
                  </a:ext>
                </a:extLst>
              </p:cNvPr>
              <p:cNvSpPr/>
              <p:nvPr/>
            </p:nvSpPr>
            <p:spPr>
              <a:xfrm>
                <a:off x="2795435" y="3155035"/>
                <a:ext cx="823112" cy="240225"/>
              </a:xfrm>
              <a:prstGeom prst="roundRect">
                <a:avLst/>
              </a:prstGeom>
              <a:solidFill>
                <a:srgbClr val="C00000">
                  <a:alpha val="38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de-DE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𝐶𝑃𝐷</m:t>
                      </m:r>
                    </m:oMath>
                  </m:oMathPara>
                </a14:m>
                <a:endParaRPr kumimoji="0" lang="en-DE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Rounded Rectangle 20">
                <a:extLst>
                  <a:ext uri="{FF2B5EF4-FFF2-40B4-BE49-F238E27FC236}">
                    <a16:creationId xmlns:a16="http://schemas.microsoft.com/office/drawing/2014/main" id="{E816D888-BCC9-D711-7A6B-BB03544AC1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5435" y="3155035"/>
                <a:ext cx="823112" cy="24022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rapezium 21">
            <a:extLst>
              <a:ext uri="{FF2B5EF4-FFF2-40B4-BE49-F238E27FC236}">
                <a16:creationId xmlns:a16="http://schemas.microsoft.com/office/drawing/2014/main" id="{F1513D75-3CC1-E7A8-0E9A-81E06C34EB87}"/>
              </a:ext>
            </a:extLst>
          </p:cNvPr>
          <p:cNvSpPr/>
          <p:nvPr/>
        </p:nvSpPr>
        <p:spPr>
          <a:xfrm>
            <a:off x="2766923" y="2322607"/>
            <a:ext cx="1972697" cy="304211"/>
          </a:xfrm>
          <a:prstGeom prst="trapezoid">
            <a:avLst>
              <a:gd name="adj" fmla="val 62838"/>
            </a:avLst>
          </a:prstGeom>
          <a:solidFill>
            <a:srgbClr val="4472C4">
              <a:alpha val="38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MLP</a:t>
            </a:r>
            <a:endParaRPr kumimoji="0" lang="en-DE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26F3B85-F3F5-76F8-E02D-CD66FB88AE3B}"/>
              </a:ext>
            </a:extLst>
          </p:cNvPr>
          <p:cNvCxnSpPr>
            <a:cxnSpLocks/>
          </p:cNvCxnSpPr>
          <p:nvPr/>
        </p:nvCxnSpPr>
        <p:spPr>
          <a:xfrm flipV="1">
            <a:off x="3766411" y="2681102"/>
            <a:ext cx="0" cy="393144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963F59E-106D-D5E2-C3F2-4C20DC739615}"/>
              </a:ext>
            </a:extLst>
          </p:cNvPr>
          <p:cNvCxnSpPr>
            <a:cxnSpLocks/>
          </p:cNvCxnSpPr>
          <p:nvPr/>
        </p:nvCxnSpPr>
        <p:spPr>
          <a:xfrm flipV="1">
            <a:off x="3284345" y="4720164"/>
            <a:ext cx="0" cy="14064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634FD2C-84B5-3BC7-C8D3-6AF7F453EC99}"/>
              </a:ext>
            </a:extLst>
          </p:cNvPr>
          <p:cNvCxnSpPr>
            <a:cxnSpLocks/>
          </p:cNvCxnSpPr>
          <p:nvPr/>
        </p:nvCxnSpPr>
        <p:spPr>
          <a:xfrm flipV="1">
            <a:off x="1068573" y="4714262"/>
            <a:ext cx="0" cy="140640"/>
          </a:xfrm>
          <a:prstGeom prst="straightConnector1">
            <a:avLst/>
          </a:prstGeom>
          <a:noFill/>
          <a:ln w="6350" cap="flat" cmpd="sng" algn="ctr">
            <a:solidFill>
              <a:srgbClr val="C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B0EC29C-ABD0-434C-F24E-6EE58431B20E}"/>
              </a:ext>
            </a:extLst>
          </p:cNvPr>
          <p:cNvCxnSpPr>
            <a:cxnSpLocks/>
          </p:cNvCxnSpPr>
          <p:nvPr/>
        </p:nvCxnSpPr>
        <p:spPr>
          <a:xfrm flipV="1">
            <a:off x="1823188" y="4720358"/>
            <a:ext cx="0" cy="140640"/>
          </a:xfrm>
          <a:prstGeom prst="straightConnector1">
            <a:avLst/>
          </a:prstGeom>
          <a:noFill/>
          <a:ln w="6350" cap="flat" cmpd="sng" algn="ctr">
            <a:solidFill>
              <a:srgbClr val="C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B846CDB-874D-259B-10BC-3A2A3C2FB047}"/>
              </a:ext>
            </a:extLst>
          </p:cNvPr>
          <p:cNvCxnSpPr>
            <a:cxnSpLocks/>
          </p:cNvCxnSpPr>
          <p:nvPr/>
        </p:nvCxnSpPr>
        <p:spPr>
          <a:xfrm flipV="1">
            <a:off x="2523268" y="4710084"/>
            <a:ext cx="0" cy="140640"/>
          </a:xfrm>
          <a:prstGeom prst="straightConnector1">
            <a:avLst/>
          </a:prstGeom>
          <a:noFill/>
          <a:ln w="6350" cap="flat" cmpd="sng" algn="ctr">
            <a:solidFill>
              <a:srgbClr val="C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2F27AE1-EC69-D372-74F4-91F9D875E4BC}"/>
              </a:ext>
            </a:extLst>
          </p:cNvPr>
          <p:cNvCxnSpPr>
            <a:cxnSpLocks/>
          </p:cNvCxnSpPr>
          <p:nvPr/>
        </p:nvCxnSpPr>
        <p:spPr>
          <a:xfrm flipV="1">
            <a:off x="3203561" y="4719578"/>
            <a:ext cx="0" cy="140640"/>
          </a:xfrm>
          <a:prstGeom prst="straightConnector1">
            <a:avLst/>
          </a:prstGeom>
          <a:noFill/>
          <a:ln w="6350" cap="flat" cmpd="sng" algn="ctr">
            <a:solidFill>
              <a:srgbClr val="C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" name="Rounded Rectangle 29">
            <a:extLst>
              <a:ext uri="{FF2B5EF4-FFF2-40B4-BE49-F238E27FC236}">
                <a16:creationId xmlns:a16="http://schemas.microsoft.com/office/drawing/2014/main" id="{DFC9AF99-B8DC-9BD2-DA12-39A8B2AEB42C}"/>
              </a:ext>
            </a:extLst>
          </p:cNvPr>
          <p:cNvSpPr/>
          <p:nvPr/>
        </p:nvSpPr>
        <p:spPr>
          <a:xfrm>
            <a:off x="2973931" y="4998079"/>
            <a:ext cx="560841" cy="273844"/>
          </a:xfrm>
          <a:prstGeom prst="roundRect">
            <a:avLst/>
          </a:prstGeom>
          <a:solidFill>
            <a:srgbClr val="A2AE0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050" b="1" dirty="0">
                <a:solidFill>
                  <a:schemeClr val="bg1"/>
                </a:solidFill>
              </a:rPr>
              <a:t>Mask</a:t>
            </a:r>
            <a:endParaRPr lang="en-DE" b="1" dirty="0">
              <a:solidFill>
                <a:schemeClr val="bg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4408EDA-2202-0B98-D2D8-A1A60E4A54F4}"/>
              </a:ext>
            </a:extLst>
          </p:cNvPr>
          <p:cNvCxnSpPr>
            <a:cxnSpLocks/>
          </p:cNvCxnSpPr>
          <p:nvPr/>
        </p:nvCxnSpPr>
        <p:spPr>
          <a:xfrm flipV="1">
            <a:off x="2962545" y="5433158"/>
            <a:ext cx="0" cy="14064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9283CE1-8BBA-96D2-8A8D-1EBC9A923998}"/>
              </a:ext>
            </a:extLst>
          </p:cNvPr>
          <p:cNvSpPr txBox="1"/>
          <p:nvPr/>
        </p:nvSpPr>
        <p:spPr>
          <a:xfrm>
            <a:off x="2973931" y="5340933"/>
            <a:ext cx="948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900" i="1" dirty="0"/>
              <a:t>Fractional Embedding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ounded Rectangle 1">
                <a:extLst>
                  <a:ext uri="{FF2B5EF4-FFF2-40B4-BE49-F238E27FC236}">
                    <a16:creationId xmlns:a16="http://schemas.microsoft.com/office/drawing/2014/main" id="{200C13C1-F810-35DD-C40E-4246C18C495A}"/>
                  </a:ext>
                </a:extLst>
              </p:cNvPr>
              <p:cNvSpPr/>
              <p:nvPr/>
            </p:nvSpPr>
            <p:spPr>
              <a:xfrm>
                <a:off x="3901549" y="3155431"/>
                <a:ext cx="1121181" cy="240225"/>
              </a:xfrm>
              <a:prstGeom prst="roundRect">
                <a:avLst/>
              </a:prstGeom>
              <a:solidFill>
                <a:srgbClr val="FFC000">
                  <a:alpha val="38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de-DE" sz="1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𝑇𝑒𝑚𝑝𝑒𝑟𝑎𝑡𝑢𝑟𝑒</m:t>
                      </m:r>
                    </m:oMath>
                  </m:oMathPara>
                </a14:m>
                <a:endParaRPr kumimoji="0" lang="en-DE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3" name="Rounded Rectangle 1">
                <a:extLst>
                  <a:ext uri="{FF2B5EF4-FFF2-40B4-BE49-F238E27FC236}">
                    <a16:creationId xmlns:a16="http://schemas.microsoft.com/office/drawing/2014/main" id="{200C13C1-F810-35DD-C40E-4246C18C49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1549" y="3155431"/>
                <a:ext cx="1121181" cy="240225"/>
              </a:xfrm>
              <a:prstGeom prst="roundRect">
                <a:avLst/>
              </a:prstGeom>
              <a:blipFill>
                <a:blip r:embed="rId4"/>
                <a:stretch>
                  <a:fillRect b="-9756"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1225C612-D4C0-6540-D3E8-AD75AA3AA9B7}"/>
              </a:ext>
            </a:extLst>
          </p:cNvPr>
          <p:cNvSpPr txBox="1"/>
          <p:nvPr/>
        </p:nvSpPr>
        <p:spPr>
          <a:xfrm>
            <a:off x="2059706" y="3121258"/>
            <a:ext cx="5613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400" b="1" dirty="0"/>
              <a:t>512x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E41CBA-F882-A954-A602-9073D98D3704}"/>
              </a:ext>
            </a:extLst>
          </p:cNvPr>
          <p:cNvSpPr txBox="1"/>
          <p:nvPr/>
        </p:nvSpPr>
        <p:spPr>
          <a:xfrm>
            <a:off x="5092018" y="3124106"/>
            <a:ext cx="5613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400" b="1" dirty="0"/>
              <a:t>1</a:t>
            </a:r>
            <a:r>
              <a:rPr lang="en-SG" sz="1400" b="1" dirty="0"/>
              <a:t>00</a:t>
            </a:r>
            <a:r>
              <a:rPr lang="en-DE" sz="1400" b="1" dirty="0"/>
              <a:t>x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4443D9-26BC-A5AC-7AEA-4F1E2EEF7DD7}"/>
              </a:ext>
            </a:extLst>
          </p:cNvPr>
          <p:cNvSpPr txBox="1"/>
          <p:nvPr/>
        </p:nvSpPr>
        <p:spPr>
          <a:xfrm>
            <a:off x="3611561" y="3074246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||</a:t>
            </a:r>
          </a:p>
        </p:txBody>
      </p:sp>
      <p:cxnSp>
        <p:nvCxnSpPr>
          <p:cNvPr id="27" name="Curved Connector 42">
            <a:extLst>
              <a:ext uri="{FF2B5EF4-FFF2-40B4-BE49-F238E27FC236}">
                <a16:creationId xmlns:a16="http://schemas.microsoft.com/office/drawing/2014/main" id="{F68BDDFE-2BD0-98C0-25B4-1932456F794B}"/>
              </a:ext>
            </a:extLst>
          </p:cNvPr>
          <p:cNvCxnSpPr>
            <a:cxnSpLocks/>
            <a:stCxn id="5" idx="0"/>
            <a:endCxn id="12" idx="2"/>
          </p:cNvCxnSpPr>
          <p:nvPr/>
        </p:nvCxnSpPr>
        <p:spPr>
          <a:xfrm rot="5400000" flipH="1" flipV="1">
            <a:off x="2470694" y="3063345"/>
            <a:ext cx="404381" cy="1068213"/>
          </a:xfrm>
          <a:prstGeom prst="curved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F7B87E6-6EC3-24AF-C765-3B1D4E63CE7F}"/>
              </a:ext>
            </a:extLst>
          </p:cNvPr>
          <p:cNvSpPr txBox="1"/>
          <p:nvPr/>
        </p:nvSpPr>
        <p:spPr>
          <a:xfrm>
            <a:off x="3049392" y="1324337"/>
            <a:ext cx="1407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S, </a:t>
            </a:r>
            <a:r>
              <a:rPr lang="el-GR" dirty="0"/>
              <a:t>σ</a:t>
            </a:r>
            <a:r>
              <a:rPr lang="en-SG" dirty="0"/>
              <a:t>, </a:t>
            </a:r>
            <a:r>
              <a:rPr lang="el-GR" dirty="0"/>
              <a:t>κ</a:t>
            </a:r>
            <a:r>
              <a:rPr lang="en-SG" dirty="0"/>
              <a:t>, </a:t>
            </a:r>
            <a:r>
              <a:rPr lang="en-SG" dirty="0" err="1"/>
              <a:t>zT</a:t>
            </a:r>
            <a:endParaRPr lang="en-DE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8A18A03-E035-F84A-F55C-0D70E0B2947D}"/>
              </a:ext>
            </a:extLst>
          </p:cNvPr>
          <p:cNvCxnSpPr>
            <a:cxnSpLocks/>
          </p:cNvCxnSpPr>
          <p:nvPr/>
        </p:nvCxnSpPr>
        <p:spPr>
          <a:xfrm flipV="1">
            <a:off x="3753271" y="1751462"/>
            <a:ext cx="0" cy="393144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89EF856-A0C1-3D12-58D9-8A420904D3B4}"/>
              </a:ext>
            </a:extLst>
          </p:cNvPr>
          <p:cNvCxnSpPr/>
          <p:nvPr/>
        </p:nvCxnSpPr>
        <p:spPr>
          <a:xfrm flipV="1">
            <a:off x="8355008" y="1936737"/>
            <a:ext cx="0" cy="260237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834146D-6802-A366-10D5-FDC052CBD349}"/>
              </a:ext>
            </a:extLst>
          </p:cNvPr>
          <p:cNvCxnSpPr>
            <a:cxnSpLocks/>
          </p:cNvCxnSpPr>
          <p:nvPr/>
        </p:nvCxnSpPr>
        <p:spPr>
          <a:xfrm rot="5400000" flipV="1">
            <a:off x="9628510" y="3237924"/>
            <a:ext cx="0" cy="260237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A87E622-7B95-1C6A-D314-06FDF2E38A94}"/>
              </a:ext>
            </a:extLst>
          </p:cNvPr>
          <p:cNvSpPr txBox="1"/>
          <p:nvPr/>
        </p:nvSpPr>
        <p:spPr>
          <a:xfrm>
            <a:off x="9263928" y="4520253"/>
            <a:ext cx="3818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3200" dirty="0"/>
              <a:t>T</a:t>
            </a:r>
            <a:endParaRPr lang="en-SG" sz="3200" baseline="-250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5289F6F-1E1D-3D09-6EF6-D54D779CD432}"/>
              </a:ext>
            </a:extLst>
          </p:cNvPr>
          <p:cNvSpPr txBox="1"/>
          <p:nvPr/>
        </p:nvSpPr>
        <p:spPr>
          <a:xfrm>
            <a:off x="7706735" y="3053553"/>
            <a:ext cx="5613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3200" dirty="0" err="1"/>
              <a:t>zT</a:t>
            </a:r>
            <a:endParaRPr lang="en-SG" sz="3200" baseline="-25000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D527A39-0988-12D0-AE31-BB90905F0486}"/>
              </a:ext>
            </a:extLst>
          </p:cNvPr>
          <p:cNvSpPr/>
          <p:nvPr/>
        </p:nvSpPr>
        <p:spPr>
          <a:xfrm>
            <a:off x="8841927" y="2416079"/>
            <a:ext cx="227351" cy="1222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80F6580-169D-5681-3DC4-55CEC896AF48}"/>
              </a:ext>
            </a:extLst>
          </p:cNvPr>
          <p:cNvCxnSpPr>
            <a:cxnSpLocks/>
          </p:cNvCxnSpPr>
          <p:nvPr/>
        </p:nvCxnSpPr>
        <p:spPr>
          <a:xfrm>
            <a:off x="8846513" y="3661188"/>
            <a:ext cx="0" cy="859065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368303C-96F6-9757-19B4-6E8CC85777EB}"/>
              </a:ext>
            </a:extLst>
          </p:cNvPr>
          <p:cNvCxnSpPr>
            <a:cxnSpLocks/>
          </p:cNvCxnSpPr>
          <p:nvPr/>
        </p:nvCxnSpPr>
        <p:spPr>
          <a:xfrm>
            <a:off x="10170746" y="2416079"/>
            <a:ext cx="0" cy="2104172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1AD68580-B603-320A-3541-776329C97444}"/>
              </a:ext>
            </a:extLst>
          </p:cNvPr>
          <p:cNvSpPr/>
          <p:nvPr/>
        </p:nvSpPr>
        <p:spPr>
          <a:xfrm>
            <a:off x="9063306" y="2416079"/>
            <a:ext cx="227351" cy="7881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0351445B-692A-C0C4-B148-2B9BF0B43C2E}"/>
              </a:ext>
            </a:extLst>
          </p:cNvPr>
          <p:cNvSpPr/>
          <p:nvPr/>
        </p:nvSpPr>
        <p:spPr>
          <a:xfrm>
            <a:off x="9276717" y="2416079"/>
            <a:ext cx="227351" cy="4871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A225FF92-E183-2134-2A70-E69F5632546E}"/>
              </a:ext>
            </a:extLst>
          </p:cNvPr>
          <p:cNvSpPr/>
          <p:nvPr/>
        </p:nvSpPr>
        <p:spPr>
          <a:xfrm>
            <a:off x="9497650" y="2416079"/>
            <a:ext cx="227351" cy="2928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757774E2-08B6-274E-7B6B-3E69EE00B92E}"/>
              </a:ext>
            </a:extLst>
          </p:cNvPr>
          <p:cNvSpPr/>
          <p:nvPr/>
        </p:nvSpPr>
        <p:spPr>
          <a:xfrm>
            <a:off x="9725001" y="2416079"/>
            <a:ext cx="227351" cy="1747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A5F1345-5E03-9F1A-1812-BA12AAC25CFD}"/>
              </a:ext>
            </a:extLst>
          </p:cNvPr>
          <p:cNvSpPr/>
          <p:nvPr/>
        </p:nvSpPr>
        <p:spPr>
          <a:xfrm>
            <a:off x="9943396" y="2416079"/>
            <a:ext cx="227351" cy="870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7B870731-03E5-66E3-9C58-6B686416BA2D}"/>
              </a:ext>
            </a:extLst>
          </p:cNvPr>
          <p:cNvSpPr/>
          <p:nvPr/>
        </p:nvSpPr>
        <p:spPr>
          <a:xfrm>
            <a:off x="8676124" y="2318890"/>
            <a:ext cx="1976284" cy="1769807"/>
          </a:xfrm>
          <a:custGeom>
            <a:avLst/>
            <a:gdLst>
              <a:gd name="connsiteX0" fmla="*/ 0 w 1976284"/>
              <a:gd name="connsiteY0" fmla="*/ 1769807 h 1769807"/>
              <a:gd name="connsiteX1" fmla="*/ 688259 w 1976284"/>
              <a:gd name="connsiteY1" fmla="*/ 501446 h 1769807"/>
              <a:gd name="connsiteX2" fmla="*/ 1976284 w 1976284"/>
              <a:gd name="connsiteY2" fmla="*/ 0 h 1769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6284" h="1769807">
                <a:moveTo>
                  <a:pt x="0" y="1769807"/>
                </a:moveTo>
                <a:cubicBezTo>
                  <a:pt x="179439" y="1283110"/>
                  <a:pt x="358878" y="796414"/>
                  <a:pt x="688259" y="501446"/>
                </a:cubicBezTo>
                <a:cubicBezTo>
                  <a:pt x="1017640" y="206478"/>
                  <a:pt x="1496962" y="103239"/>
                  <a:pt x="1976284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4866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32</Words>
  <Application>Microsoft Office PowerPoint</Application>
  <PresentationFormat>Widescreen</PresentationFormat>
  <Paragraphs>23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#LOW KAI YUAN ANDRE#</dc:creator>
  <cp:lastModifiedBy>#LOW KAI YUAN ANDRE#</cp:lastModifiedBy>
  <cp:revision>4</cp:revision>
  <dcterms:created xsi:type="dcterms:W3CDTF">2025-08-29T00:44:49Z</dcterms:created>
  <dcterms:modified xsi:type="dcterms:W3CDTF">2025-09-25T02:07:51Z</dcterms:modified>
</cp:coreProperties>
</file>